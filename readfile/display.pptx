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38" autoAdjust="0"/>
  </p:normalViewPr>
  <p:slideViewPr>
    <p:cSldViewPr snapToGrid="0">
      <p:cViewPr varScale="1">
        <p:scale>
          <a:sx n="94" d="100"/>
          <a:sy n="94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7E5D8-F6FC-433C-9FF7-513E17A36BD7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7EA40-3F6E-458A-AEAA-4324CE91F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055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此文件“</a:t>
            </a:r>
            <a:r>
              <a:rPr lang="en-US" altLang="zh-CN"/>
              <a:t>E1</a:t>
            </a:r>
            <a:r>
              <a:rPr lang="zh-CN" altLang="en-US" dirty="0"/>
              <a:t>”字段默认显示，后续跟着的</a:t>
            </a:r>
            <a:r>
              <a:rPr lang="en-US" altLang="zh-CN" dirty="0" err="1"/>
              <a:t>ip</a:t>
            </a:r>
            <a:r>
              <a:rPr lang="zh-CN" altLang="en-US" dirty="0"/>
              <a:t>数值是查询物理接口的</a:t>
            </a:r>
            <a:r>
              <a:rPr lang="en-US" altLang="zh-CN" dirty="0" err="1"/>
              <a:t>ip</a:t>
            </a:r>
            <a:r>
              <a:rPr lang="zh-CN" altLang="en-US" dirty="0"/>
              <a:t>来显示。后续的</a:t>
            </a:r>
            <a:r>
              <a:rPr lang="en-US" altLang="zh-CN" dirty="0"/>
              <a:t>[#]</a:t>
            </a:r>
            <a:r>
              <a:rPr lang="zh-CN" altLang="en-US" dirty="0"/>
              <a:t>是否有</a:t>
            </a:r>
            <a:r>
              <a:rPr lang="en-US" altLang="zh-CN" dirty="0"/>
              <a:t>#</a:t>
            </a:r>
            <a:r>
              <a:rPr lang="zh-CN" altLang="en-US" dirty="0"/>
              <a:t>取决于接口是否是启动的状态。</a:t>
            </a:r>
            <a:r>
              <a:rPr lang="en-US" altLang="zh-CN" dirty="0"/>
              <a:t>(</a:t>
            </a:r>
            <a:r>
              <a:rPr lang="en-US" altLang="zh-CN" dirty="0" err="1"/>
              <a:t>IPxDEV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“</a:t>
            </a:r>
            <a:r>
              <a:rPr lang="en-US" altLang="zh-CN" dirty="0"/>
              <a:t>storage</a:t>
            </a:r>
            <a:r>
              <a:rPr lang="zh-CN" altLang="en-US" dirty="0"/>
              <a:t>：”字段常显示，后续</a:t>
            </a:r>
            <a:r>
              <a:rPr lang="en-US" altLang="zh-CN" dirty="0"/>
              <a:t>[]</a:t>
            </a:r>
            <a:r>
              <a:rPr lang="zh-CN" altLang="en-US" dirty="0"/>
              <a:t>根据定义中的显示名称来</a:t>
            </a:r>
            <a:r>
              <a:rPr lang="en-US" altLang="zh-CN" dirty="0"/>
              <a:t>(STORAGE_DEV. </a:t>
            </a:r>
            <a:r>
              <a:rPr lang="en-US" altLang="zh-CN" dirty="0" err="1"/>
              <a:t>ShowName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最下方</a:t>
            </a:r>
            <a:r>
              <a:rPr lang="en-US" altLang="zh-CN" dirty="0"/>
              <a:t>[]</a:t>
            </a:r>
            <a:r>
              <a:rPr lang="zh-CN" altLang="en-US" dirty="0"/>
              <a:t>是根据选取的硬盘剩余空间来计算进度条。这一行可不使用“</a:t>
            </a:r>
            <a:r>
              <a:rPr lang="en-US" altLang="zh-CN" dirty="0"/>
              <a:t>#</a:t>
            </a:r>
            <a:r>
              <a:rPr lang="zh-CN" altLang="en-US" dirty="0"/>
              <a:t>”来填充，而是根据像素填充实心条</a:t>
            </a:r>
            <a:r>
              <a:rPr lang="en-US" altLang="zh-CN" dirty="0"/>
              <a:t>(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mononoki"/>
              </a:rPr>
              <a:t>/</a:t>
            </a:r>
            <a:r>
              <a:rPr lang="en-US" altLang="zh-CN" b="0" i="0" dirty="0" err="1">
                <a:solidFill>
                  <a:srgbClr val="24292E"/>
                </a:solidFill>
                <a:effectLst/>
                <a:latin typeface="mononoki"/>
              </a:rPr>
              <a:t>sbin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mononoki"/>
              </a:rPr>
              <a:t>/</a:t>
            </a:r>
            <a:r>
              <a:rPr lang="en-US" altLang="zh-CN" b="0" i="0" dirty="0" err="1">
                <a:solidFill>
                  <a:srgbClr val="24292E"/>
                </a:solidFill>
                <a:effectLst/>
                <a:latin typeface="mononoki"/>
              </a:rPr>
              <a:t>zpool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mononoki"/>
              </a:rPr>
              <a:t> list)(ALLOC/SIZE)</a:t>
            </a:r>
          </a:p>
          <a:p>
            <a:r>
              <a:rPr lang="zh-CN" altLang="en-US" dirty="0"/>
              <a:t>需要在</a:t>
            </a:r>
            <a:r>
              <a:rPr lang="en-US" altLang="zh-CN" dirty="0"/>
              <a:t>python</a:t>
            </a:r>
            <a:r>
              <a:rPr lang="zh-CN" altLang="en-US" dirty="0"/>
              <a:t>的开头定义几个常量，可由用户自行设定。：</a:t>
            </a:r>
            <a:endParaRPr lang="en-US" altLang="zh-CN" dirty="0"/>
          </a:p>
          <a:p>
            <a:r>
              <a:rPr lang="en-US" altLang="zh-CN" dirty="0"/>
              <a:t>IP1DEV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“</a:t>
            </a:r>
            <a:r>
              <a:rPr lang="en-US" altLang="zh-CN" dirty="0"/>
              <a:t>enp1s0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en-US" altLang="zh-CN" dirty="0"/>
              <a:t>IP2DEV = </a:t>
            </a:r>
            <a:r>
              <a:rPr lang="zh-CN" altLang="en-US" dirty="0"/>
              <a:t>“</a:t>
            </a:r>
            <a:r>
              <a:rPr lang="en-US" altLang="zh-CN" dirty="0"/>
              <a:t>enp2s0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en-US" altLang="zh-CN" dirty="0"/>
              <a:t>STORAGE_DEV ={“FS”:”ZFS”,”</a:t>
            </a:r>
            <a:r>
              <a:rPr lang="en-US" altLang="zh-CN" dirty="0" err="1"/>
              <a:t>PoolName</a:t>
            </a:r>
            <a:r>
              <a:rPr lang="en-US" altLang="zh-CN" dirty="0"/>
              <a:t>”:”</a:t>
            </a:r>
            <a:r>
              <a:rPr lang="en-US" altLang="zh-CN" dirty="0" err="1"/>
              <a:t>zfspool</a:t>
            </a:r>
            <a:r>
              <a:rPr lang="en-US" altLang="zh-CN" dirty="0"/>
              <a:t>”,”</a:t>
            </a:r>
            <a:r>
              <a:rPr lang="en-US" altLang="zh-CN" dirty="0" err="1"/>
              <a:t>ShowName</a:t>
            </a:r>
            <a:r>
              <a:rPr lang="en-US" altLang="zh-CN" dirty="0"/>
              <a:t>”:”</a:t>
            </a:r>
            <a:r>
              <a:rPr lang="en-US" altLang="zh-CN" dirty="0" err="1"/>
              <a:t>zfspool</a:t>
            </a:r>
            <a:r>
              <a:rPr lang="en-US" altLang="zh-CN" dirty="0"/>
              <a:t>”}#</a:t>
            </a:r>
            <a:r>
              <a:rPr lang="zh-CN" altLang="en-US" dirty="0"/>
              <a:t>其中</a:t>
            </a:r>
            <a:r>
              <a:rPr lang="en-US" altLang="zh-CN" dirty="0" err="1"/>
              <a:t>zpool</a:t>
            </a:r>
            <a:r>
              <a:rPr lang="zh-CN" altLang="en-US" dirty="0"/>
              <a:t>命令位于“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mononoki"/>
              </a:rPr>
              <a:t>/</a:t>
            </a:r>
            <a:r>
              <a:rPr lang="en-US" altLang="zh-CN" b="0" i="0" dirty="0" err="1">
                <a:solidFill>
                  <a:srgbClr val="24292E"/>
                </a:solidFill>
                <a:effectLst/>
                <a:latin typeface="mononoki"/>
              </a:rPr>
              <a:t>sbin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mononoki"/>
              </a:rPr>
              <a:t>/</a:t>
            </a:r>
            <a:r>
              <a:rPr lang="en-US" altLang="zh-CN" b="0" i="0" dirty="0" err="1">
                <a:solidFill>
                  <a:srgbClr val="24292E"/>
                </a:solidFill>
                <a:effectLst/>
                <a:latin typeface="mononoki"/>
              </a:rPr>
              <a:t>zpool</a:t>
            </a:r>
            <a:r>
              <a:rPr lang="zh-CN" altLang="en-US" dirty="0"/>
              <a:t>”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7EA40-3F6E-458A-AEAA-4324CE91F48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096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9F970-9EFC-4032-BFB9-770CFD79C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E3A261-90F5-4696-9697-22008C146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6F6F4-AFD1-44C7-B05D-640D634A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2D5812-7236-448F-B6C4-F94E0749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943FC-F334-4325-833B-9C27854D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66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6B4F0-44A3-4F84-8F07-601FE2EF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10D40A-437A-41DE-85D9-14D7CD80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B7BB75-0E22-426B-8FD5-06EF9D14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EA15C-D62C-47CD-96C6-190DCDEE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7A4C5-25B9-426D-A3AB-4E3C2C1B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0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6C66D-CAC2-4BF4-B01E-70610BB2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4C6D-B508-4E64-9EAA-614B78A47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75010-E9C7-4209-877C-B5F5F0DB3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AD52A1-6EC1-4B1B-891B-42DDE2CD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FDDAC-573B-4050-8732-0F549B51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09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E4249-1CDB-4BED-8AB0-F835F555B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F9E721-516D-428E-8F45-DDE39E3A2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0ED223-693F-44F6-B241-367965368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A14669-792A-48DE-85AE-99C19666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14BB91-9805-42EA-BDB7-953D51D8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EDC8D7-9BB5-4512-BE68-D3633F70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57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4D0E0-786F-4FA3-91DD-90CEFDA8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60CE19-3ABF-4DB4-9B31-2F013C9E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238A10-26B3-4169-BE1E-4F1E13C2F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6C885B-5DA3-4A3E-A4AA-C23653605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727F35-1B25-40B1-BD4D-F7E38EA57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5F367A-0386-4077-87DA-685EACC11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3BA901-ECE1-43C3-853F-A597B4E9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A3DB48-C815-45FA-B7EE-ABC6AB14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87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135B8-90E6-43A1-AFBC-D9CF8A3D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80248-CB99-4388-9CA5-1840A517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B030DA-082A-4F48-9567-B8F81024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50A0D6-D2CA-492C-92EE-E517F733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6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5E9554-F8BA-4D43-BB22-F42EE3FF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93E44E-4FF9-4E00-920E-E73B9EB9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87744-6791-4A77-9619-89EF39A4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0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2FCEF-4032-42F9-BA3F-EEC847DC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0C2DB0-D58B-4772-8CA2-84B763702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B23AF6-FD89-4279-863B-795C01B45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3081D0-911E-41CC-A198-74FBABF1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9B8A3E-1D9A-467B-BA06-3AC097F6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E05997-ECCE-4243-8AFE-0882FDB8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3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13D53-5ACC-4233-88DD-6A589A1A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6B5050-7624-4F6C-AA7C-C9602DCC3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B84BEE-E143-43B6-A242-93D14D31F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3CD845-4DC2-49AA-A3B0-DF7557E6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73989-4668-4A3E-AEAC-F8D3CE7E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7A502F-D4A8-480C-96D3-D795252A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033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BEE00-93A0-458A-B2DB-24F92D2F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FD564F-1C06-4D37-A09B-A9BEA3EB7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31F40-FF59-4EE7-AEDB-9D68A4B2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5C987E-4979-4D57-B558-16F3F212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5070B-3465-4EA1-8F36-0F7A5E90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26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B2D717-9762-4547-A0CB-3ECE3A8AA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A5D0E9-D738-4936-A440-D3891FDA1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207C9C-8DAA-4E9D-A749-02256212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D414F-820B-4ACF-A297-588C0465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CB4BE-8AFE-4828-AB70-2A1411BA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D83A00-1AA0-4EC7-9A33-EC69CA2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DF6ED-CB87-4A3F-8372-7BE3DD9C0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5505FE-6098-46AE-B9BD-576092796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6BB7-D6F0-4F14-8464-A1F1E3BB807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C098BC-CADC-4A71-BC52-D2E84620C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294C2-5613-44E2-8F52-8479948B8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8B0E6-69D4-435A-A30C-7044B27C1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81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F355E-8740-477B-919B-49A3C176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Lcd</a:t>
            </a:r>
            <a:r>
              <a:rPr lang="zh-CN" altLang="en-US" dirty="0"/>
              <a:t>屏幕设置逻辑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AE8DB6-5C5A-4664-AE55-92E29D431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根据以下照片生成对应的</a:t>
            </a:r>
            <a:r>
              <a:rPr lang="en-US" altLang="zh-CN" dirty="0"/>
              <a:t>python</a:t>
            </a:r>
            <a:r>
              <a:rPr lang="zh-CN" altLang="en-US" dirty="0"/>
              <a:t>代码，其中一张照片对应一个</a:t>
            </a:r>
            <a:r>
              <a:rPr lang="en-US" altLang="zh-CN" dirty="0"/>
              <a:t>python</a:t>
            </a:r>
            <a:r>
              <a:rPr lang="zh-CN" altLang="en-US" dirty="0"/>
              <a:t>文件，内部逻辑通过定义函数来解决。默认为</a:t>
            </a:r>
            <a:r>
              <a:rPr lang="en-US" altLang="zh-CN" dirty="0"/>
              <a:t>debian13</a:t>
            </a:r>
            <a:r>
              <a:rPr lang="zh-CN" altLang="en-US" dirty="0"/>
              <a:t>系统。</a:t>
            </a:r>
            <a:r>
              <a:rPr lang="en-US" altLang="zh-CN" dirty="0" err="1"/>
              <a:t>Oled</a:t>
            </a:r>
            <a:r>
              <a:rPr lang="zh-CN" altLang="en-US" dirty="0"/>
              <a:t>的大小为</a:t>
            </a:r>
            <a:r>
              <a:rPr lang="en-US" altLang="zh-CN" dirty="0"/>
              <a:t>128x64px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424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5EC19-9C84-4321-B524-4FDB06B9E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28" y="-2"/>
            <a:ext cx="12021671" cy="6858001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atin typeface="+mn-lt"/>
              </a:rPr>
              <a:t>	E1:	192.168.31.200		[#]</a:t>
            </a:r>
            <a:br>
              <a:rPr lang="en-US" altLang="zh-CN" dirty="0">
                <a:latin typeface="+mn-lt"/>
              </a:rPr>
            </a:br>
            <a:br>
              <a:rPr lang="en-US" altLang="zh-CN" dirty="0">
                <a:latin typeface="+mn-lt"/>
              </a:rPr>
            </a:br>
            <a:r>
              <a:rPr lang="en-US" altLang="zh-CN" dirty="0">
                <a:latin typeface="+mn-lt"/>
              </a:rPr>
              <a:t>	E2:	192.168.124.200		[</a:t>
            </a:r>
            <a:r>
              <a:rPr lang="zh-CN" altLang="en-US" dirty="0">
                <a:latin typeface="+mn-lt"/>
              </a:rPr>
              <a:t>  </a:t>
            </a:r>
            <a:r>
              <a:rPr lang="en-US" altLang="zh-CN" dirty="0">
                <a:latin typeface="+mn-lt"/>
              </a:rPr>
              <a:t>]</a:t>
            </a:r>
            <a:br>
              <a:rPr lang="en-US" altLang="zh-CN" dirty="0">
                <a:latin typeface="+mn-lt"/>
              </a:rPr>
            </a:br>
            <a:br>
              <a:rPr lang="en-US" altLang="zh-CN" dirty="0">
                <a:latin typeface="+mn-lt"/>
              </a:rPr>
            </a:br>
            <a:r>
              <a:rPr lang="en-US" altLang="zh-CN" dirty="0">
                <a:latin typeface="+mn-lt"/>
              </a:rPr>
              <a:t>	storage: 	[storage name]</a:t>
            </a:r>
            <a:br>
              <a:rPr lang="en-US" altLang="zh-CN" dirty="0">
                <a:latin typeface="+mn-lt"/>
              </a:rPr>
            </a:br>
            <a:r>
              <a:rPr lang="en-US" altLang="zh-CN" dirty="0">
                <a:latin typeface="+mn-lt"/>
              </a:rPr>
              <a:t>	[ ###############            ]</a:t>
            </a:r>
            <a:br>
              <a:rPr lang="en-US" altLang="zh-CN" dirty="0">
                <a:latin typeface="+mn-lt"/>
              </a:rPr>
            </a:b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4354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235</Words>
  <Application>Microsoft Office PowerPoint</Application>
  <PresentationFormat>宽屏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mononoki</vt:lpstr>
      <vt:lpstr>等线</vt:lpstr>
      <vt:lpstr>等线 Light</vt:lpstr>
      <vt:lpstr>Arial</vt:lpstr>
      <vt:lpstr>Office 主题​​</vt:lpstr>
      <vt:lpstr>Lcd屏幕设置逻辑</vt:lpstr>
      <vt:lpstr> E1: 192.168.31.200  [#]   E2: 192.168.124.200  [  ]   storage:  [storage name]  [ ###############            ]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IP1: 192.168.31.200  [✅]   IP2: 192.168.124.200  [❌]   storage:  [ ###############            ] </dc:title>
  <dc:creator>Administrator</dc:creator>
  <cp:lastModifiedBy>Administrator</cp:lastModifiedBy>
  <cp:revision>16</cp:revision>
  <dcterms:created xsi:type="dcterms:W3CDTF">2026-10-10T13:15:51Z</dcterms:created>
  <dcterms:modified xsi:type="dcterms:W3CDTF">2026-10-10T16:16:05Z</dcterms:modified>
</cp:coreProperties>
</file>